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ppt/_rels/presentation.xml.rels" ContentType="application/vnd.openxmlformats-package.relationships+xml"/>
  <Override PartName="/ppt/charts/chart2.xml" ContentType="application/vnd.openxmlformats-officedocument.drawingml.chart+xml"/>
  <Override PartName="/ppt/charts/chart1.xml" ContentType="application/vnd.openxmlformats-officedocument.drawingml.chart+xml"/>
  <Override PartName="/ppt/charts/chart4.xml" ContentType="application/vnd.openxmlformats-officedocument.drawingml.chart+xml"/>
  <Override PartName="/ppt/charts/chart3.xml" ContentType="application/vnd.openxmlformats-officedocument.drawingml.chart+xml"/>
  <Override PartName="/ppt/slideLayouts/_rels/slideLayout2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presProps.xml" ContentType="application/vnd.openxmlformats-officedocument.presentationml.presProps+xml"/>
  <Override PartName="/ppt/media/image6.jpeg" ContentType="image/jpeg"/>
  <Override PartName="/ppt/media/image5.jpeg" ContentType="image/jpeg"/>
  <Override PartName="/ppt/media/image4.jpeg" ContentType="image/jpeg"/>
  <Override PartName="/ppt/media/image3.jpeg" ContentType="image/jpeg"/>
  <Override PartName="/ppt/media/image1.jpeg" ContentType="image/jpeg"/>
  <Override PartName="/ppt/media/image12.jpeg" ContentType="image/jpeg"/>
  <Override PartName="/ppt/media/image10.jpeg" ContentType="image/jpeg"/>
  <Override PartName="/ppt/media/image11.jpeg" ContentType="image/jpeg"/>
  <Override PartName="/ppt/media/image9.jpeg" ContentType="image/jpeg"/>
  <Override PartName="/ppt/media/image2.jpeg" ContentType="image/jpeg"/>
  <Override PartName="/ppt/media/image8.jpeg" ContentType="image/jpeg"/>
  <Override PartName="/ppt/media/image7.jpeg" ContentType="image/jpeg"/>
  <Override PartName="/ppt/presentation.xml" ContentType="application/vnd.openxmlformats-officedocument.presentationml.presentation.main+xml"/>
  <Override PartName="/ppt/theme/theme9.xml" ContentType="application/vnd.openxmlformats-officedocument.theme+xml"/>
  <Override PartName="/ppt/theme/theme16.xml" ContentType="application/vnd.openxmlformats-officedocument.theme+xml"/>
  <Override PartName="/ppt/theme/theme8.xml" ContentType="application/vnd.openxmlformats-officedocument.theme+xml"/>
  <Override PartName="/ppt/theme/theme15.xml" ContentType="application/vnd.openxmlformats-officedocument.theme+xml"/>
  <Override PartName="/ppt/theme/theme7.xml" ContentType="application/vnd.openxmlformats-officedocument.theme+xml"/>
  <Override PartName="/ppt/theme/theme10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5.xml" ContentType="application/vnd.openxmlformats-officedocument.theme+xml"/>
  <Override PartName="/ppt/theme/theme1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6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</p:sld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lang="ru-RU" sz="1860" spc="-1" strike="noStrike">
                <a:solidFill>
                  <a:srgbClr val="ffffff"/>
                </a:solidFill>
                <a:latin typeface="Calibri"/>
              </a:defRPr>
            </a:pPr>
            <a:r>
              <a:rPr b="0" lang="ru-RU" sz="1860" spc="-1" strike="noStrike">
                <a:solidFill>
                  <a:srgbClr val="ffffff"/>
                </a:solidFill>
                <a:latin typeface="Calibri"/>
              </a:rPr>
              <a:t>Заглавие диаграммы</a:t>
            </a:r>
          </a:p>
        </c:rich>
      </c:tx>
      <c:layout>
        <c:manualLayout>
          <c:xMode val="edge"/>
          <c:yMode val="edge"/>
          <c:x val="0.675230333097094"/>
          <c:y val="0.904451827242525"/>
        </c:manualLayout>
      </c:layout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0c0e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004185"/>
            </a:solidFill>
            <a:ln w="0">
              <a:noFill/>
            </a:ln>
          </c:spPr>
          <c:invertIfNegative val="0"/>
          <c:dPt>
            <c:idx val="1"/>
            <c:invertIfNegative val="0"/>
            <c:spPr>
              <a:solidFill>
                <a:srgbClr val="00cccc"/>
              </a:solidFill>
              <a:ln w="0">
                <a:noFill/>
              </a:ln>
            </c:spPr>
          </c:dPt>
          <c:dLbls>
            <c:dLbl>
              <c:idx val="1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a5a5a5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94041123"/>
        <c:axId val="86797679"/>
      </c:barChart>
      <c:catAx>
        <c:axId val="94041123"/>
        <c:scaling>
          <c:orientation val="minMax"/>
        </c:scaling>
        <c:delete val="0"/>
        <c:axPos val="b"/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ffffff"/>
                </a:solidFill>
                <a:latin typeface="Calibri"/>
              </a:defRPr>
            </a:pPr>
          </a:p>
        </c:txPr>
        <c:crossAx val="86797679"/>
        <c:crosses val="autoZero"/>
        <c:auto val="1"/>
        <c:lblAlgn val="ctr"/>
        <c:lblOffset val="100"/>
        <c:noMultiLvlLbl val="0"/>
      </c:catAx>
      <c:valAx>
        <c:axId val="86797679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94041123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pc="-1" strike="noStrike">
              <a:solidFill>
                <a:srgbClr val="595959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lang="ru-RU" sz="1860" spc="-1" strike="noStrike">
                <a:solidFill>
                  <a:srgbClr val="595959"/>
                </a:solidFill>
                <a:latin typeface="Calibri"/>
              </a:defRPr>
            </a:pPr>
            <a:r>
              <a:rPr b="0" lang="ru-RU" sz="1860" spc="-1" strike="noStrike">
                <a:solidFill>
                  <a:srgbClr val="595959"/>
                </a:solidFill>
                <a:latin typeface="Calibri"/>
              </a:rPr>
              <a:t>Продажи</a:t>
            </a:r>
          </a:p>
        </c:rich>
      </c:tx>
      <c:overlay val="0"/>
      <c:spPr>
        <a:noFill/>
        <a:ln w="0">
          <a:noFill/>
        </a:ln>
      </c:spPr>
    </c:title>
    <c:autoTitleDeleted val="0"/>
    <c:view3D>
      <c:rotX val="30"/>
      <c:rotY val="0"/>
      <c:rAngAx val="0"/>
      <c:perspective val="30"/>
    </c:view3D>
    <c:floor>
      <c:spPr>
        <a:solidFill>
          <a:srgbClr val="d9d9d9"/>
        </a:solidFill>
        <a:ln w="0">
          <a:noFill/>
        </a:ln>
      </c:spPr>
    </c:floor>
    <c:sideWall>
      <c:spPr>
        <a:solidFill>
          <a:srgbClr val="d9d9d9"/>
        </a:solidFill>
        <a:ln w="0">
          <a:noFill/>
        </a:ln>
      </c:spPr>
    </c:sideWall>
    <c:backWall>
      <c:spPr>
        <a:solidFill>
          <a:srgbClr val="d9d9d9"/>
        </a:solidFill>
        <a:ln w="0">
          <a:noFill/>
        </a:ln>
      </c:spPr>
    </c:backWall>
    <c:plotArea>
      <c:pie3D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Продажи</c:v>
                </c:pt>
              </c:strCache>
            </c:strRef>
          </c:tx>
          <c:spPr>
            <a:solidFill>
              <a:srgbClr val="5b9bd5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00cccc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1"/>
            <c:spPr>
              <a:solidFill>
                <a:srgbClr val="1e4590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2"/>
            <c:spPr>
              <a:solidFill>
                <a:srgbClr val="40c0ef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3"/>
            <c:spPr>
              <a:solidFill>
                <a:srgbClr val="f0dc81"/>
              </a:solidFill>
              <a:ln w="25560">
                <a:solidFill>
                  <a:srgbClr val="ffffff"/>
                </a:solidFill>
                <a:round/>
              </a:ln>
            </c:spPr>
          </c:dPt>
          <c:dLbls>
            <c:dLbl>
              <c:idx val="0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1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2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3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0"/>
            <c:separator> </c:separator>
            <c:showLeaderLines val="1"/>
          </c:dLbls>
          <c:cat>
            <c:strRef>
              <c:f>categories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8.2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</c:ser>
      </c:pie3DChart>
    </c:plotArea>
    <c:legend>
      <c:legendPos val="b"/>
      <c:overlay val="0"/>
      <c:spPr>
        <a:solidFill>
          <a:srgbClr val="40c0ef"/>
        </a:solidFill>
        <a:ln w="0">
          <a:noFill/>
        </a:ln>
      </c:spPr>
      <c:txPr>
        <a:bodyPr/>
        <a:lstStyle/>
        <a:p>
          <a:pPr>
            <a:defRPr b="0" lang="ru-RU" sz="1195" spc="-1" strike="noStrike">
              <a:solidFill>
                <a:srgbClr val="595959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lang="ru-RU" sz="1860" spc="-1" strike="noStrike">
                <a:solidFill>
                  <a:srgbClr val="595959"/>
                </a:solidFill>
                <a:latin typeface="Calibri"/>
              </a:defRPr>
            </a:pPr>
            <a:r>
              <a:rPr b="0" lang="ru-RU" sz="1860" spc="-1" strike="noStrike">
                <a:solidFill>
                  <a:srgbClr val="595959"/>
                </a:solidFill>
                <a:latin typeface="Calibri"/>
              </a:rPr>
              <a:t>Заглавие диаграммы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b80b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5b9bd5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adc5e4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94883829"/>
        <c:axId val="73892332"/>
      </c:barChart>
      <c:catAx>
        <c:axId val="94883829"/>
        <c:scaling>
          <c:orientation val="minMax"/>
        </c:scaling>
        <c:delete val="0"/>
        <c:axPos val="b"/>
        <c:numFmt formatCode="&quot;Основной&quot;" sourceLinked="0"/>
        <c:majorTickMark val="out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73892332"/>
        <c:crosses val="autoZero"/>
        <c:auto val="1"/>
        <c:lblAlgn val="ctr"/>
        <c:lblOffset val="100"/>
        <c:noMultiLvlLbl val="0"/>
      </c:catAx>
      <c:valAx>
        <c:axId val="73892332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94883829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pc="-1" strike="noStrike">
              <a:solidFill>
                <a:srgbClr val="595959"/>
              </a:solidFill>
              <a:latin typeface="Calibri"/>
            </a:defRPr>
          </a:pPr>
        </a:p>
      </c:txPr>
    </c:legend>
    <c:plotVisOnly val="1"/>
    <c:dispBlanksAs val="zero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lang="ru-RU" sz="1860" spc="-1" strike="noStrike">
                <a:solidFill>
                  <a:srgbClr val="595959"/>
                </a:solidFill>
                <a:latin typeface="Calibri"/>
              </a:defRPr>
            </a:pPr>
            <a:r>
              <a:rPr b="0" lang="ru-RU" sz="1860" spc="-1" strike="noStrike">
                <a:solidFill>
                  <a:srgbClr val="595959"/>
                </a:solidFill>
                <a:latin typeface="Calibri"/>
              </a:rPr>
              <a:t>Заглавие диаграммы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0c0e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ea7551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00cccc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11140900"/>
        <c:axId val="47208827"/>
      </c:barChart>
      <c:catAx>
        <c:axId val="11140900"/>
        <c:scaling>
          <c:orientation val="minMax"/>
        </c:scaling>
        <c:delete val="0"/>
        <c:axPos val="b"/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47208827"/>
        <c:crosses val="autoZero"/>
        <c:auto val="1"/>
        <c:lblAlgn val="ctr"/>
        <c:lblOffset val="100"/>
        <c:noMultiLvlLbl val="0"/>
      </c:catAx>
      <c:valAx>
        <c:axId val="47208827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pc="-1" strike="noStrike">
                <a:solidFill>
                  <a:srgbClr val="595959"/>
                </a:solidFill>
                <a:latin typeface="Calibri"/>
              </a:defRPr>
            </a:pPr>
          </a:p>
        </c:txPr>
        <c:crossAx val="11140900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pc="-1" strike="noStrike">
              <a:solidFill>
                <a:srgbClr val="595959"/>
              </a:solidFill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112BD5-C479-4326-A2E8-C59C1892C0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E93953-A18D-4171-B97A-613768632E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0395D03-B530-4FA5-8B35-CFE23A218A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538F99-F1CC-4FE5-AB48-9E3801E3C5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83F446B-118F-43BF-A489-A65AB80E04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D5E2FB6-C344-428E-8F92-0C8B61F1D29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5CD0299-A32D-4245-A080-C95469A2D40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43DD501-4219-4922-8ED1-D916A7F935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FF6A0C7-7CD1-4CC0-ACDC-462A954525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B744F46-0042-4283-A5CE-B40BBECB95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224708E-8198-4993-B6A9-B5E82CF95D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72828079-A051-4DF4-B745-7DA37E9288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A5C0C08-E9FB-49DE-9C81-16B2DE8895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F04BDE46-AA14-4BED-A644-801D8E13F2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DA30AF59-9BBC-407D-8396-4B606CF5C6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BCABB38-1940-4CF0-B312-9F9EF7D853A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EC5C2D2F-D1EF-4012-8B5E-8CBB5456B19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C53EBFF0-F032-4E3A-A645-9325F88403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FA3CD61F-1BC9-4321-A521-F9617376A2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5ECA121C-8385-4BE8-A3F3-8C49A67ACB2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01674E4A-6CEE-47F1-AD30-1C509C102E2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DBAC4240-F231-44DF-92EF-D043B32893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1.jpe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2.jpe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2.jpeg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2.jpeg"/><Relationship Id="rId3" Type="http://schemas.openxmlformats.org/officeDocument/2006/relationships/chart" Target="../charts/chart3.xml"/><Relationship Id="rId4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2.jpeg"/><Relationship Id="rId3" Type="http://schemas.openxmlformats.org/officeDocument/2006/relationships/chart" Target="../charts/chart4.xml"/><Relationship Id="rId4" Type="http://schemas.openxmlformats.org/officeDocument/2006/relationships/slideLayout" Target="../slideLayouts/slideLayout2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192E79B-6644-4860-87ED-5193B1A923DC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1378C8B-C3C3-46B7-B0AC-C88FF5639442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8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4ED3CFB-B19D-4F70-91ED-B010E274AB2D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11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6F229CC-CF09-4057-B269-54F92DB93D7F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4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ABF1EE8-09AC-40BE-AEE4-D868675D630D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17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6F0D29D-63EE-4CD0-912F-37D1648DE8FE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0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6B1F5CB-9139-44C9-AD08-D2AE80444D5E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23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D6D4DB0-2605-4296-8E27-B9C2080D87FD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26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2011DB0-2518-45F3-84E6-95829F307A2B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9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6099223-9750-4E6D-9928-E155727D8EFD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2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5EEF3BD-A0A2-490A-8E51-AB8B5E0199B3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35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6847214-3028-4592-A2F2-62E9D772B111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sldNum" idx="38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CAF2F45-8568-45C3-A825-17FAB389C27B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41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03D6966-D858-47A6-8BDA-C44C1C4D595E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sldNum" idx="44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F72FA9A-7F17-42B6-BE5F-80D0C230467B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ldNum" idx="47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7E320E2-70BD-45FA-AA2E-62E870A3A69F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sldNum" idx="50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9BB6F82-C105-4B2C-9EBF-07E8E6FA116D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ldNum" idx="53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4BA7A17-C9E4-437F-9267-67DE38C64224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" name="Диаграмма 8"/>
          <p:cNvGraphicFramePr/>
          <p:nvPr/>
        </p:nvGraphicFramePr>
        <p:xfrm>
          <a:off x="2031840" y="719640"/>
          <a:ext cx="8127000" cy="541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sldNum" idx="56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DD9D091-6398-46D6-8A33-6539A393BE8A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4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5" name="Диаграмма 7"/>
          <p:cNvGraphicFramePr/>
          <p:nvPr/>
        </p:nvGraphicFramePr>
        <p:xfrm>
          <a:off x="2031840" y="719640"/>
          <a:ext cx="8127000" cy="541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PlaceHolder 1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sldNum" idx="59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62D6695-D878-4CCC-968C-3A5038585893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Диаграмма 10"/>
          <p:cNvGraphicFramePr/>
          <p:nvPr/>
        </p:nvGraphicFramePr>
        <p:xfrm>
          <a:off x="2031840" y="719640"/>
          <a:ext cx="8127000" cy="541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0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sldNum" idx="62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27F5865-B565-4C35-B2B7-BD878B5DD0A2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" name="Диаграмма 11"/>
          <p:cNvGraphicFramePr/>
          <p:nvPr/>
        </p:nvGraphicFramePr>
        <p:xfrm>
          <a:off x="2031840" y="719640"/>
          <a:ext cx="8127000" cy="541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4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65"/>
          </p:nvPr>
        </p:nvSpPr>
        <p:spPr>
          <a:xfrm>
            <a:off x="88678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3FBC3F4-E484-45A8-9974-1E88EB5E63AA}" type="slidenum"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4"/>
          <p:cNvSpPr/>
          <p:nvPr/>
        </p:nvSpPr>
        <p:spPr>
          <a:xfrm>
            <a:off x="6630120" y="2040480"/>
            <a:ext cx="54860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3600" spc="-1" strike="noStrike">
                <a:solidFill>
                  <a:srgbClr val="000000"/>
                </a:solidFill>
                <a:latin typeface="Montserrat"/>
              </a:rPr>
              <a:t>Ульянкин Марсель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3600" spc="-1" strike="noStrike">
                <a:solidFill>
                  <a:srgbClr val="000000"/>
                </a:solidFill>
                <a:latin typeface="Montserrat"/>
              </a:rPr>
              <a:t>201с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2"/>
          <p:cNvSpPr/>
          <p:nvPr/>
        </p:nvSpPr>
        <p:spPr>
          <a:xfrm>
            <a:off x="1380600" y="274320"/>
            <a:ext cx="100396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dc143c"/>
                </a:solidFill>
                <a:latin typeface="Montserrat"/>
              </a:rPr>
              <a:t>8 МАРТА - МЕЖДУНАРОДНЫЙ ЖЕНСКИЙ ДЕНЬ!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3"/>
          <p:cNvSpPr/>
          <p:nvPr/>
        </p:nvSpPr>
        <p:spPr>
          <a:xfrm>
            <a:off x="457200" y="1097280"/>
            <a:ext cx="5486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Поздравляем всех женщин с этим прекрасным праздником! Желаем счастья, любви, здоровья и исполнения всех желаний!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4203000" y="274320"/>
            <a:ext cx="43948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dc143c"/>
                </a:solidFill>
                <a:latin typeface="Montserrat"/>
              </a:rPr>
              <a:t>ТРАДИЦИИ 8 МАРТА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457200" y="1097280"/>
            <a:ext cx="5486040" cy="10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В этот день принято дарить цветы, подарки и внимание всем женщинам. Мужчины поздравляют матерей, жен, дочерей, коллег и подруг.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"/>
          <p:cNvSpPr/>
          <p:nvPr/>
        </p:nvSpPr>
        <p:spPr>
          <a:xfrm>
            <a:off x="4001760" y="274320"/>
            <a:ext cx="47973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dc143c"/>
                </a:solidFill>
                <a:latin typeface="Montserrat"/>
              </a:rPr>
              <a:t>ИСТОРИЯ ПРАЗДНИКА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3"/>
          <p:cNvSpPr/>
          <p:nvPr/>
        </p:nvSpPr>
        <p:spPr>
          <a:xfrm>
            <a:off x="457200" y="1097280"/>
            <a:ext cx="5486040" cy="10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Международный женский день отмечается с 1913 года. В России 8 Марта стало официальным праздником в 1965 году. Это день весны, красоты и женственности!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4539240" y="274320"/>
            <a:ext cx="3722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dc143c"/>
                </a:solidFill>
                <a:latin typeface="Montserrat"/>
              </a:rPr>
              <a:t>ПОЗДРАВЛЕНИЯ!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457200" y="1097280"/>
            <a:ext cx="5486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Дорогие женщины! Пусть каждый день приносит радость, улыбки и тепло. Будьте счастливы, любимы и успешны!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"/>
          <p:cNvSpPr/>
          <p:nvPr/>
        </p:nvSpPr>
        <p:spPr>
          <a:xfrm>
            <a:off x="1521720" y="274320"/>
            <a:ext cx="9757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034185"/>
                </a:solidFill>
                <a:latin typeface="Montserrat"/>
              </a:rPr>
              <a:t>23 ФЕВРАЛЯ - ДЕНЬ ЗАЩИТНИКА ОТЕЧЕСТВА!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3"/>
          <p:cNvSpPr/>
          <p:nvPr/>
        </p:nvSpPr>
        <p:spPr>
          <a:xfrm>
            <a:off x="457200" y="1097280"/>
            <a:ext cx="5486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Поздравляем всех мужчин с этим важным праздником! Желаем силы, мужества, здоровья и благополучия!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2"/>
          <p:cNvSpPr/>
          <p:nvPr/>
        </p:nvSpPr>
        <p:spPr>
          <a:xfrm>
            <a:off x="4001760" y="274320"/>
            <a:ext cx="47973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034185"/>
                </a:solidFill>
                <a:latin typeface="Montserrat"/>
              </a:rPr>
              <a:t>ИСТОРИЯ ПРАЗДНИКА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457200" y="1097280"/>
            <a:ext cx="5486040" cy="10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День защитника Отечества отмечается с 1918 года. Это день рождения Красной Армии. Сегодня мы чествуем всех, кто защищает нашу страну!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2"/>
          <p:cNvSpPr/>
          <p:nvPr/>
        </p:nvSpPr>
        <p:spPr>
          <a:xfrm>
            <a:off x="3810600" y="274320"/>
            <a:ext cx="51796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034185"/>
                </a:solidFill>
                <a:latin typeface="Montserrat"/>
              </a:rPr>
              <a:t>ТРАДИЦИИ ПРАЗДНИКА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3"/>
          <p:cNvSpPr/>
          <p:nvPr/>
        </p:nvSpPr>
        <p:spPr>
          <a:xfrm>
            <a:off x="457200" y="1097280"/>
            <a:ext cx="5486040" cy="10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В этот день поздравляют всех мужчин - военнослужащих, ветеранов, отцов, братьев и коллег. Дарят подарки, устраивают праздничные мероприятия.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2"/>
          <p:cNvSpPr/>
          <p:nvPr/>
        </p:nvSpPr>
        <p:spPr>
          <a:xfrm>
            <a:off x="4235040" y="274320"/>
            <a:ext cx="4330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034185"/>
                </a:solidFill>
                <a:latin typeface="Montserrat"/>
              </a:rPr>
              <a:t>НАШИ ЗАЩИТНИКИ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3"/>
          <p:cNvSpPr/>
          <p:nvPr/>
        </p:nvSpPr>
        <p:spPr>
          <a:xfrm>
            <a:off x="457200" y="1097280"/>
            <a:ext cx="5486040" cy="10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Спасибо всем, кто стоит на страже мира и безопасности! Ваш подвиг и мужество заслуживают глубокого уважения и благодарности!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2"/>
          <p:cNvSpPr/>
          <p:nvPr/>
        </p:nvSpPr>
        <p:spPr>
          <a:xfrm>
            <a:off x="4539240" y="274320"/>
            <a:ext cx="3722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034185"/>
                </a:solidFill>
                <a:latin typeface="Montserrat"/>
              </a:rPr>
              <a:t>ПОЗДРАВЛЕНИЯ!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3"/>
          <p:cNvSpPr/>
          <p:nvPr/>
        </p:nvSpPr>
        <p:spPr>
          <a:xfrm>
            <a:off x="457200" y="1097280"/>
            <a:ext cx="5486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Дорогие мужчины! Желаем вам крепкого здоровья, успехов во всех начинаниях, семейного тепла и мирного неба над головой!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322920" y="91440"/>
            <a:ext cx="8164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ru-RU" sz="4800" spc="-1" strike="noStrike">
                <a:solidFill>
                  <a:srgbClr val="000000"/>
                </a:solidFill>
                <a:latin typeface="Segoe UI Emoji"/>
              </a:rPr>
              <a:t>🐱</a:t>
            </a:r>
            <a:endParaRPr b="0" lang="ru-RU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2"/>
          <p:cNvSpPr/>
          <p:nvPr/>
        </p:nvSpPr>
        <p:spPr>
          <a:xfrm>
            <a:off x="4566600" y="274320"/>
            <a:ext cx="36680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ru-RU" sz="2800" spc="-1" strike="noStrike">
                <a:solidFill>
                  <a:srgbClr val="034185"/>
                </a:solidFill>
                <a:latin typeface="Montserrat"/>
              </a:rPr>
              <a:t>С ПРАЗДНИКОМ!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457200" y="1097280"/>
            <a:ext cx="54860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600" spc="-1" strike="noStrike">
                <a:solidFill>
                  <a:srgbClr val="000000"/>
                </a:solidFill>
                <a:latin typeface="Montserrat"/>
              </a:rPr>
              <a:t>Пусть удача всегда будет на вашей стороне! С Днем защитника Отечества!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523880" y="2299680"/>
            <a:ext cx="9142920" cy="87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6000" spc="-1" strike="noStrike">
                <a:solidFill>
                  <a:schemeClr val="lt1"/>
                </a:solidFill>
                <a:latin typeface="Times New Roman"/>
              </a:rPr>
              <a:t>Спасибо за внимание!</a:t>
            </a:r>
            <a:endParaRPr b="0" lang="ru-RU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1523880" y="3855960"/>
            <a:ext cx="9142920" cy="232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lt1"/>
                </a:solidFill>
                <a:latin typeface="Times New Roman"/>
              </a:rPr>
              <a:t>Наши контакты: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Times New Roman"/>
              </a:rPr>
              <a:t>117105, г. Москва, Варшавское шоссе, д. 16А  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pc="-1" strike="noStrike">
                <a:solidFill>
                  <a:schemeClr val="lt1"/>
                </a:solidFill>
                <a:latin typeface="Times New Roman"/>
              </a:rPr>
              <a:t>тел.: 8 (499)418-00-02   e-mail: mkramn@inbox.ru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lt1"/>
                </a:solidFill>
                <a:latin typeface="Times New Roman"/>
              </a:rPr>
              <a:t>www.mkramn.ru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LibreOffice/7.6.7.2$Linux_X86_64 LibreOffice_project/60$Build-2</Application>
  <AppVersion>15.0000</AppVersion>
  <Words>141</Words>
  <Paragraphs>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2020-04-25T15:42:00Z</dcterms:created>
  <dc:creator>Andrey PlP</dc:creator>
  <dc:description/>
  <dc:language>ru-RU</dc:language>
  <cp:lastModifiedBy/>
  <dcterms:modified xsi:type="dcterms:W3CDTF">2026-03-07T10:34:03Z</dcterms:modified>
  <cp:revision>53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FAFB7367369743A481923895EC17D1E5_13</vt:lpwstr>
  </property>
  <property fmtid="{D5CDD505-2E9C-101B-9397-08002B2CF9AE}" pid="3" name="KSOProductBuildVer">
    <vt:lpwstr>1049-12.2.0.19307</vt:lpwstr>
  </property>
  <property fmtid="{D5CDD505-2E9C-101B-9397-08002B2CF9AE}" pid="4" name="PresentationFormat">
    <vt:lpwstr>Произвольный</vt:lpwstr>
  </property>
  <property fmtid="{D5CDD505-2E9C-101B-9397-08002B2CF9AE}" pid="5" name="Slides">
    <vt:i4>11</vt:i4>
  </property>
</Properties>
</file>